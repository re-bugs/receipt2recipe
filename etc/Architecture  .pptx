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45"/>
    <p:restoredTop sz="94720"/>
  </p:normalViewPr>
  <p:slideViewPr>
    <p:cSldViewPr snapToGrid="0">
      <p:cViewPr varScale="1">
        <p:scale>
          <a:sx n="102" d="100"/>
          <a:sy n="102" d="100"/>
        </p:scale>
        <p:origin x="216" y="2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E7A504-F313-6899-F926-C2D83910A3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E707557-3EDE-E4EF-BA69-856256682D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3E25ED-9473-2F5D-C861-3003C09D8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808B4-D521-3945-B0F8-A2E44469D97F}" type="datetimeFigureOut">
              <a:rPr kumimoji="1" lang="ko-KR" altLang="en-US" smtClean="0"/>
              <a:t>2024. 3. 18.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FE17D9-407D-EB1D-E6E7-4BFC6D6DA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FBF9B0-D9C5-87A4-5E37-196C3FF13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AF716-99A9-904D-A980-9ECF7A922D4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184878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A4CD18-0D55-4612-3F91-92F7568C0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371347-7288-8717-54CC-D219F7A6BE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FF4483E-F191-8E1C-78AA-97600563E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808B4-D521-3945-B0F8-A2E44469D97F}" type="datetimeFigureOut">
              <a:rPr kumimoji="1" lang="ko-KR" altLang="en-US" smtClean="0"/>
              <a:t>2024. 3. 18.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5E681D8-17D8-BCFD-9428-2A48E99B5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D09C29-DD73-67D6-A43E-3A82D4DBD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AF716-99A9-904D-A980-9ECF7A922D4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7468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0E9888-2622-0102-212E-2A0FBC9CE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C7999A-AC02-5755-99F0-F65481FB29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0D7739-F9F2-505D-BEEC-AB3F4F15C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808B4-D521-3945-B0F8-A2E44469D97F}" type="datetimeFigureOut">
              <a:rPr kumimoji="1" lang="ko-KR" altLang="en-US" smtClean="0"/>
              <a:t>2024. 3. 18.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8E96BFB-92FA-3680-8711-B36FEB06A8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503BB8-87D7-4F91-3DE0-C7F44D645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AF716-99A9-904D-A980-9ECF7A922D4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308428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F2E4A7-A546-2D3A-C295-16D606397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6098E23-310B-9904-43D4-EFA2160238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5A46EE1-12D7-2BCA-BB51-FADA63EECD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5A77A73-65BE-A3F4-FBC2-666224E3C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808B4-D521-3945-B0F8-A2E44469D97F}" type="datetimeFigureOut">
              <a:rPr kumimoji="1" lang="ko-KR" altLang="en-US" smtClean="0"/>
              <a:t>2024. 3. 18.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6F4857D-CAA1-281E-F641-91A9E6C7F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3B08586-14F7-49BF-A740-49DA6CAF5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AF716-99A9-904D-A980-9ECF7A922D4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6394334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4B7CB5-663D-C49D-A9DB-77730D7CF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CB283A4-688D-E15A-5A8A-CF9101ED8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970CE7-5095-EA17-8598-D3B91FC00C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3BA57FB-965E-F522-EFFF-60889D12A4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4C8D09D-34F6-2F74-14FC-6856F7DB7B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75E8218-72CC-864E-2B45-7E78FC961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808B4-D521-3945-B0F8-A2E44469D97F}" type="datetimeFigureOut">
              <a:rPr kumimoji="1" lang="ko-KR" altLang="en-US" smtClean="0"/>
              <a:t>2024. 3. 18.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3631E60-03B3-9058-B7B2-43358FEC0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F59FBA3-E464-CF4A-D1E3-6F8E82A5B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AF716-99A9-904D-A980-9ECF7A922D4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905084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891FD0-5673-A782-A9EE-2EA921349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741DFD9-188A-AC32-D538-579882187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808B4-D521-3945-B0F8-A2E44469D97F}" type="datetimeFigureOut">
              <a:rPr kumimoji="1" lang="ko-KR" altLang="en-US" smtClean="0"/>
              <a:t>2024. 3. 18.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1B28E81-2E47-5D9B-2CE2-7B0B8A46F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4883C9C-03A8-92DC-55C1-F2502C1F4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AF716-99A9-904D-A980-9ECF7A922D4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868096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5F10559-F681-5C9E-ED27-84CD80EBF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808B4-D521-3945-B0F8-A2E44469D97F}" type="datetimeFigureOut">
              <a:rPr kumimoji="1" lang="ko-KR" altLang="en-US" smtClean="0"/>
              <a:t>2024. 3. 18.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9066402-8560-A80C-22E8-BABEB6F54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C85B1C-5CC2-FBC3-4E28-84B2D9F85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AF716-99A9-904D-A980-9ECF7A922D4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56804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4147BF-EB83-2B4B-3358-F2474D30E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BD4916-40A5-9129-815D-6D4D9CC76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8FBC7D3-C8A8-804E-5FA4-743F005727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5DC660A-E098-9168-FF68-1E79D5AEF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808B4-D521-3945-B0F8-A2E44469D97F}" type="datetimeFigureOut">
              <a:rPr kumimoji="1" lang="ko-KR" altLang="en-US" smtClean="0"/>
              <a:t>2024. 3. 18.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0C9544-769D-0521-75B8-A386239C1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EA42E97-9971-A34D-B406-8D57A42B1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AF716-99A9-904D-A980-9ECF7A922D4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215426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642679-AB96-E017-D466-1FCB345E8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024C259-1E81-9218-F757-2A63050F6B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7DE10B-FC92-8647-01D8-6B7895EECC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982068-F00E-1F66-DB3C-C4028D3CA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808B4-D521-3945-B0F8-A2E44469D97F}" type="datetimeFigureOut">
              <a:rPr kumimoji="1" lang="ko-KR" altLang="en-US" smtClean="0"/>
              <a:t>2024. 3. 18.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E63EE25-6697-75B8-4F4A-83F976BA1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FABF9A-7B7B-B3F6-F16E-C268C5C59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AF716-99A9-904D-A980-9ECF7A922D4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85015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EAC5EE-1E75-D274-8D46-483D83ADA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7A12255-36BD-CD37-7CE3-4BD6D067F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101C7B-8383-A478-3C52-F2AB69DD8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808B4-D521-3945-B0F8-A2E44469D97F}" type="datetimeFigureOut">
              <a:rPr kumimoji="1" lang="ko-KR" altLang="en-US" smtClean="0"/>
              <a:t>2024. 3. 18.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3B35BB-32F9-28A4-D531-F868CDCF4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590E75-F75B-338E-AE82-D59D9AE99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AF716-99A9-904D-A980-9ECF7A922D4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639162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0BDA9B4-F656-40B8-5969-AD587EA413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256150-72E0-5A91-2B58-40E533DC8F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3C3E37-7BD1-FDB4-30E7-32BB5F8AE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808B4-D521-3945-B0F8-A2E44469D97F}" type="datetimeFigureOut">
              <a:rPr kumimoji="1" lang="ko-KR" altLang="en-US" smtClean="0"/>
              <a:t>2024. 3. 18.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9C9751-8602-A6B5-176B-72EC289B5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B3DFEE-D2AE-21C0-680C-11188EB24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AF716-99A9-904D-A980-9ECF7A922D4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50066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1848772-10D9-D7C6-76AC-13C68BCFC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95EA135-173C-3D56-968D-FA329DCC20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4A00C-65DA-710E-5E49-BF569E71B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7808B4-D521-3945-B0F8-A2E44469D97F}" type="datetimeFigureOut">
              <a:rPr kumimoji="1" lang="ko-KR" altLang="en-US" smtClean="0"/>
              <a:t>2024. 3. 18.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5AD8E6-2687-31E3-3DB8-60F672E456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31CB14-6CBA-95B9-1E26-52A8A9055D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3AF716-99A9-904D-A980-9ECF7A922D4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92066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ndroid - 나무위키">
            <a:extLst>
              <a:ext uri="{FF2B5EF4-FFF2-40B4-BE49-F238E27FC236}">
                <a16:creationId xmlns:a16="http://schemas.microsoft.com/office/drawing/2014/main" id="{02E1D0AF-E47B-4B3F-5768-7D3A409731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091" y="3429000"/>
            <a:ext cx="1549604" cy="867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MySQL 강좌 : 제 1강 - 소개 및 설치 - YUN DAE HEE">
            <a:extLst>
              <a:ext uri="{FF2B5EF4-FFF2-40B4-BE49-F238E27FC236}">
                <a16:creationId xmlns:a16="http://schemas.microsoft.com/office/drawing/2014/main" id="{3C775C7F-0014-1F84-6DA7-B81DEFDB5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52273" y="3929386"/>
            <a:ext cx="2180646" cy="1453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6E97516-4B1F-0EE8-CEB8-69D0ED423B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4809" y="3827004"/>
            <a:ext cx="1799544" cy="805243"/>
          </a:xfrm>
          <a:prstGeom prst="rect">
            <a:avLst/>
          </a:prstGeom>
        </p:spPr>
      </p:pic>
      <p:sp>
        <p:nvSpPr>
          <p:cNvPr id="6" name="액자 5">
            <a:extLst>
              <a:ext uri="{FF2B5EF4-FFF2-40B4-BE49-F238E27FC236}">
                <a16:creationId xmlns:a16="http://schemas.microsoft.com/office/drawing/2014/main" id="{2636E6EB-17E6-8941-68A3-EE63EB672FFA}"/>
              </a:ext>
            </a:extLst>
          </p:cNvPr>
          <p:cNvSpPr/>
          <p:nvPr/>
        </p:nvSpPr>
        <p:spPr>
          <a:xfrm>
            <a:off x="9432101" y="3543756"/>
            <a:ext cx="2200818" cy="1890172"/>
          </a:xfrm>
          <a:prstGeom prst="frame">
            <a:avLst>
              <a:gd name="adj1" fmla="val 109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BCE41DED-2F21-B58E-59E1-FCD210D657EB}"/>
              </a:ext>
            </a:extLst>
          </p:cNvPr>
          <p:cNvCxnSpPr/>
          <p:nvPr/>
        </p:nvCxnSpPr>
        <p:spPr>
          <a:xfrm>
            <a:off x="6526060" y="3695178"/>
            <a:ext cx="26429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D2DD77B-103B-16E5-6A50-DF80198FADA8}"/>
              </a:ext>
            </a:extLst>
          </p:cNvPr>
          <p:cNvCxnSpPr>
            <a:cxnSpLocks/>
          </p:cNvCxnSpPr>
          <p:nvPr/>
        </p:nvCxnSpPr>
        <p:spPr>
          <a:xfrm flipH="1">
            <a:off x="6526060" y="4697260"/>
            <a:ext cx="26429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그림 12">
            <a:extLst>
              <a:ext uri="{FF2B5EF4-FFF2-40B4-BE49-F238E27FC236}">
                <a16:creationId xmlns:a16="http://schemas.microsoft.com/office/drawing/2014/main" id="{E2DBE211-714B-0955-207C-09F910E21C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7136" y="3480325"/>
            <a:ext cx="3327400" cy="14986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FD45A15-9558-8288-D732-473AB3A3B7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3161" y="2460497"/>
            <a:ext cx="1673759" cy="1460500"/>
          </a:xfrm>
          <a:prstGeom prst="rect">
            <a:avLst/>
          </a:prstGeom>
        </p:spPr>
      </p:pic>
      <p:sp>
        <p:nvSpPr>
          <p:cNvPr id="14" name="액자 13">
            <a:extLst>
              <a:ext uri="{FF2B5EF4-FFF2-40B4-BE49-F238E27FC236}">
                <a16:creationId xmlns:a16="http://schemas.microsoft.com/office/drawing/2014/main" id="{3640A826-7E1A-6F97-48CF-3A305427135F}"/>
              </a:ext>
            </a:extLst>
          </p:cNvPr>
          <p:cNvSpPr/>
          <p:nvPr/>
        </p:nvSpPr>
        <p:spPr>
          <a:xfrm>
            <a:off x="3067135" y="1558856"/>
            <a:ext cx="8895773" cy="4536295"/>
          </a:xfrm>
          <a:prstGeom prst="frame">
            <a:avLst>
              <a:gd name="adj1" fmla="val 109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1"/>
              </a:solidFill>
            </a:endParaRPr>
          </a:p>
        </p:txBody>
      </p:sp>
      <p:pic>
        <p:nvPicPr>
          <p:cNvPr id="1034" name="Picture 10" descr="AWS란? 클라우드와 AWS의 기본 개념 알아보기">
            <a:extLst>
              <a:ext uri="{FF2B5EF4-FFF2-40B4-BE49-F238E27FC236}">
                <a16:creationId xmlns:a16="http://schemas.microsoft.com/office/drawing/2014/main" id="{F893E62A-292F-5611-2C46-3D8E8E2FE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720" y="552874"/>
            <a:ext cx="2472083" cy="1529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614ABE6-74A8-C314-274C-F1B2791BCCA4}"/>
              </a:ext>
            </a:extLst>
          </p:cNvPr>
          <p:cNvCxnSpPr>
            <a:cxnSpLocks/>
          </p:cNvCxnSpPr>
          <p:nvPr/>
        </p:nvCxnSpPr>
        <p:spPr>
          <a:xfrm>
            <a:off x="1956148" y="3917124"/>
            <a:ext cx="14133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B69B829D-2F61-835E-8188-6F87A2A2E88E}"/>
              </a:ext>
            </a:extLst>
          </p:cNvPr>
          <p:cNvCxnSpPr>
            <a:cxnSpLocks/>
          </p:cNvCxnSpPr>
          <p:nvPr/>
        </p:nvCxnSpPr>
        <p:spPr>
          <a:xfrm flipH="1">
            <a:off x="1956148" y="4396340"/>
            <a:ext cx="13830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5803F85-4C36-183F-AF1F-33A5154CFA2F}"/>
              </a:ext>
            </a:extLst>
          </p:cNvPr>
          <p:cNvSpPr txBox="1"/>
          <p:nvPr/>
        </p:nvSpPr>
        <p:spPr>
          <a:xfrm>
            <a:off x="6394536" y="2071537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dirty="0"/>
              <a:t>AWS Ubuntu LTS</a:t>
            </a:r>
            <a:endParaRPr kumimoji="1"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5496FD-88CE-28B2-EA59-067C833EC8D5}"/>
              </a:ext>
            </a:extLst>
          </p:cNvPr>
          <p:cNvSpPr txBox="1"/>
          <p:nvPr/>
        </p:nvSpPr>
        <p:spPr>
          <a:xfrm>
            <a:off x="229091" y="4458346"/>
            <a:ext cx="1549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dirty="0"/>
              <a:t>Android</a:t>
            </a:r>
            <a:br>
              <a:rPr kumimoji="1" lang="en-US" altLang="ko-KR" dirty="0"/>
            </a:br>
            <a:r>
              <a:rPr kumimoji="1" lang="en-US" altLang="ko-KR" dirty="0"/>
              <a:t>(Kotlin)</a:t>
            </a:r>
            <a:endParaRPr kumimoji="1"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A43D632-FE76-28AF-1247-F30D16F09587}"/>
              </a:ext>
            </a:extLst>
          </p:cNvPr>
          <p:cNvSpPr txBox="1"/>
          <p:nvPr/>
        </p:nvSpPr>
        <p:spPr>
          <a:xfrm>
            <a:off x="3925212" y="4787597"/>
            <a:ext cx="1549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dirty="0"/>
              <a:t>Spring</a:t>
            </a:r>
            <a:br>
              <a:rPr kumimoji="1" lang="en-US" altLang="ko-KR" dirty="0"/>
            </a:br>
            <a:r>
              <a:rPr kumimoji="1" lang="en-US" altLang="ko-KR" dirty="0"/>
              <a:t>Boot</a:t>
            </a:r>
            <a:endParaRPr kumimoji="1"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015D31-79A8-C9C3-5488-CA3CE4E778BB}"/>
              </a:ext>
            </a:extLst>
          </p:cNvPr>
          <p:cNvSpPr txBox="1"/>
          <p:nvPr/>
        </p:nvSpPr>
        <p:spPr>
          <a:xfrm>
            <a:off x="7054809" y="4955902"/>
            <a:ext cx="15496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dirty="0"/>
              <a:t>Java Persistence API</a:t>
            </a:r>
            <a:endParaRPr kumimoji="1"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54D1BB-46EC-E08A-5F03-AE4CA43F9A3D}"/>
              </a:ext>
            </a:extLst>
          </p:cNvPr>
          <p:cNvSpPr txBox="1"/>
          <p:nvPr/>
        </p:nvSpPr>
        <p:spPr>
          <a:xfrm>
            <a:off x="96031" y="130516"/>
            <a:ext cx="2133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2400" dirty="0"/>
              <a:t>Architecture</a:t>
            </a:r>
            <a:endParaRPr kumimoji="1"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078271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15</Words>
  <Application>Microsoft Macintosh PowerPoint</Application>
  <PresentationFormat>와이드스크린</PresentationFormat>
  <Paragraphs>5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승욱 이</dc:creator>
  <cp:lastModifiedBy>승욱 이</cp:lastModifiedBy>
  <cp:revision>1</cp:revision>
  <dcterms:created xsi:type="dcterms:W3CDTF">2024-03-18T10:19:02Z</dcterms:created>
  <dcterms:modified xsi:type="dcterms:W3CDTF">2024-03-18T11:54:10Z</dcterms:modified>
</cp:coreProperties>
</file>